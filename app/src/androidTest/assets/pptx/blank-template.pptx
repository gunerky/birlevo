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f53ae520a34648" /><Relationship Type="http://schemas.openxmlformats.org/officeDocument/2006/relationships/extended-properties" Target="/docProps/app.xml" Id="Re2aa65599a854ba3" /><Relationship Type="http://schemas.openxmlformats.org/officeDocument/2006/relationships/officeDocument" Target="/ppt/presentation.xml" Id="R17e74c27bff1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7f2361638413b"/>
  </p:sldMasterIdLst>
  <p:notesMasterIdLst>
    <p:notesMasterId xmlns:r="http://schemas.openxmlformats.org/officeDocument/2006/relationships" r:id="R2ec7e0cfdf384614"/>
  </p:notesMasterIdLst>
  <p:sldIdLst>
    <p:sldId xmlns:r="http://schemas.openxmlformats.org/officeDocument/2006/relationships" id="256" r:id="R3c9120555c2f4f8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dd4c8fe751479f" /><Relationship Type="http://schemas.openxmlformats.org/officeDocument/2006/relationships/slideMaster" Target="/ppt/slideMasters/slideMaster1.xml" Id="R7067f2361638413b" /><Relationship Type="http://schemas.openxmlformats.org/officeDocument/2006/relationships/notesMaster" Target="/ppt/notesMasters/notesMaster1.xml" Id="R2ec7e0cfdf384614" /><Relationship Type="http://schemas.openxmlformats.org/officeDocument/2006/relationships/presProps" Target="/ppt/presProps.xml" Id="Re3a73bc4240d4167" /><Relationship Type="http://schemas.openxmlformats.org/officeDocument/2006/relationships/tableStyles" Target="/ppt/tableStyles.xml" Id="R7733dfcc34a74045" /><Relationship Type="http://schemas.openxmlformats.org/officeDocument/2006/relationships/slide" Target="/ppt/slides/slide1.xml" Id="R3c9120555c2f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6f296ecbb8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3b1a4e92140a1" /><Relationship Type="http://schemas.openxmlformats.org/officeDocument/2006/relationships/notesMaster" Target="/ppt/notesMasters/notesMaster1.xml" Id="Rb82a03bce2f447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note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3ff47585d4b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5e4120fe74e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d3fdc8e7e40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fc40604884c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c31bfa5244c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ebf5c92e34a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517AC4-FECB-4892-B13D-054846AF6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B811A5-27AD-4303-8728-767854F1E5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26F28D-5C02-4B90-8080-986CEDE16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B74C9-3494-4AA0-BF99-D5888272C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8E7C59-BDE2-461F-BD1C-272A09531D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885D57-E026-4AA9-AD74-FF002CB28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0B1DA5-CA35-4ADC-BDAB-49463A7958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8DDA1E-29B8-4537-8E99-C4943EC30D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C6CF9E-7F91-4B2B-AAE2-DC3D58647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4C3897-C265-4E78-AA90-37FC6BF3C4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076d4ad054a78" /><Relationship Type="http://schemas.openxmlformats.org/officeDocument/2006/relationships/slideLayout" Target="/ppt/slideLayouts/slideLayout1.xml" Id="Rf9fe41664a1544ac" /><Relationship Type="http://schemas.openxmlformats.org/officeDocument/2006/relationships/slideLayout" Target="/ppt/slideLayouts/slideLayout2.xml" Id="R29ccd95107b94658" /><Relationship Type="http://schemas.openxmlformats.org/officeDocument/2006/relationships/slideLayout" Target="/ppt/slideLayouts/slideLayout3.xml" Id="Rc0250141f7e545c4" /><Relationship Type="http://schemas.openxmlformats.org/officeDocument/2006/relationships/slideLayout" Target="/ppt/slideLayouts/slideLayout4.xml" Id="R1d59683b2fa9471e" /><Relationship Type="http://schemas.openxmlformats.org/officeDocument/2006/relationships/slideLayout" Target="/ppt/slideLayouts/slideLayout5.xml" Id="R30184225b31d44de" /><Relationship Type="http://schemas.openxmlformats.org/officeDocument/2006/relationships/slideLayout" Target="/ppt/slideLayouts/slideLayout6.xml" Id="Rf2b0162d6df24a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e41664a1544ac"/>
    <p:sldLayoutId xmlns:r="http://schemas.openxmlformats.org/officeDocument/2006/relationships" id="2147483650" r:id="R29ccd95107b94658"/>
    <p:sldLayoutId xmlns:r="http://schemas.openxmlformats.org/officeDocument/2006/relationships" id="2147483651" r:id="Rc0250141f7e545c4"/>
    <p:sldLayoutId xmlns:r="http://schemas.openxmlformats.org/officeDocument/2006/relationships" id="2147483652" r:id="R1d59683b2fa9471e"/>
    <p:sldLayoutId xmlns:r="http://schemas.openxmlformats.org/officeDocument/2006/relationships" id="2147483653" r:id="R30184225b31d44de"/>
    <p:sldLayoutId xmlns:r="http://schemas.openxmlformats.org/officeDocument/2006/relationships" id="2147483654" r:id="Rf2b0162d6df24a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5eede28704277" /><Relationship Type="http://schemas.openxmlformats.org/officeDocument/2006/relationships/notesSlide" Target="/ppt/notesSlides/notesSlide1.xml" Id="R189b4309d82245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036740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2026-10-08T21:00:00.1740000Z</dcterms:created>
  <dcterms:modified xsi:type="dcterms:W3CDTF">2026-10-08T21:00:00.1740000Z</dcterms:modified>
</coreProperties>
</file>